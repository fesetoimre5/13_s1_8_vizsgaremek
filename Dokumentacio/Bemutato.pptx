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AD197-4F65-4051-B2D0-6911C4578D89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13C4F-7A32-4FB5-8A49-392D15AD858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152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13C4F-7A32-4FB5-8A49-392D15AD858C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447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624B21-FD9C-4B54-92CE-3755840A1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821B2D5-65F4-4D2D-BD70-5B3A610B2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5A63EE-FCB3-4488-B8FF-F3271FB1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14CDA2F-098D-4F84-9D6E-E56CCD24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9292C8-45C2-4C0A-9DAB-B6684F63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752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6223C0-99D3-4230-BF8D-EE9566AC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C50A563-1D32-4144-B2A9-29EB48359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EEF1FD3-965A-418C-AF6E-78EE67E3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A8A78B7-17BF-442C-B984-36831715E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50C480F-A158-4BAF-B263-CF5CF0CF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772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4E121A-602B-4839-A4E6-352BA5157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E93BCC4-B27A-4E80-A8A8-F262C95B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B53942D-D5C3-4AD3-812E-77BF961CB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4209400-D8CC-4AB0-8E00-DF5A921A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DBF7BED-60DA-48C1-93C7-67A3122EF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447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6630E3-C4C5-4C00-93FB-E4D160130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3010B6-FAA9-4DD9-9761-5F5D3300C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CDADACB-8B71-4B92-98F2-785BF6010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0D401B3-F751-4E4F-A400-9CC5B776E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DD18681-9D95-43D1-90C9-8EAC462C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D9E4116-5EDF-4317-A942-422B8022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706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F1A7DC-07DB-4455-828F-B37CDCBE9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119E68A-4A94-4EDC-B198-E25FC38E0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12010A9-7BBB-4DFA-95EA-C670BA707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F44F10BB-3C03-481A-BD5A-073DEE0D1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00B2D97-D529-4469-9133-90CA12DB3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AFB80B9-3F59-41A1-A619-A88395EA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2885F3F-5F80-4817-B059-F1EA457D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F6FFFAB-2474-42B8-B739-EE96C4112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814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6DDF6B-553A-41B9-92CB-A549006D7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D0746D0-9675-4382-84DF-7D2F23D6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0BDE483-8A09-49F8-B4F7-EA69BE0A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0A99810-52BC-4847-86D2-79D7F77E2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557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25EA112-1023-4ED8-A118-54BF7E61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C488D91-0EC5-4AAF-9FBA-620D7CC28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3291183-DAC4-4722-B6DB-52400D2A3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145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145791-4292-4D57-A9B3-B7EB777E6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5AF5E9-1862-4170-AAA4-E58788695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C7A43F7-C3C1-4551-8E47-3925D12D2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B0F20FB-D6D3-4180-991C-D47AA6125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D507741-BA8A-4168-8247-A161329D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28A8C7E-E263-422A-B7FC-816B6F3B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0521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7E6047-0BC3-45A9-A086-9AF578A1F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F568D4A-9837-4D46-B135-9BA102397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2B6E66F-A5B4-4FA5-A4CC-6D191F651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634C110-B00F-4900-8BE3-977665B2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9CAB5D1-EC9E-4DFB-BD47-F3BF02C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D1D3710-C795-4A84-8EE4-224F064D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1483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4F7485-4F03-49A1-92CE-2D2F3D41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6322B7C-5EC3-445B-AB71-1A415D654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17BA325-BC7C-43D1-BECC-5E36D81F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D236D5-30A6-44AB-8667-826663BF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64A7414-EAD9-481B-8C65-F582F7AF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0993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938456F-8D85-4A57-B5DE-EBAEBCF4F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027309E-E751-4822-A850-1B7830BD5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F47D683-7467-44CD-87AF-E2D4B0225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7F575D-6DCB-4E11-B8CF-87371D01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533ECEE-4369-4346-8A69-C3AABEC5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1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63F230B-AD2A-42AA-9C6C-3DEDA9A86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81A2E87-F618-4658-A979-7C7DC0C4B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8DD9A71-2223-4709-9A5F-DCBE514EAB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9F449-3448-4C2F-A8C2-68564CD95651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8E2BF8E-A0D9-4A7C-9982-420E8DBAF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EC1C9F7-4E45-4628-BFDC-46CD32B38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E249E-CD03-441F-81F8-8502BA8398B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857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60349E-EDF7-4691-A2A5-447C29B8CF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Projekt neve: </a:t>
            </a:r>
            <a:r>
              <a:rPr lang="hu-HU" dirty="0" err="1"/>
              <a:t>Calentasker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784F24E-3278-40EE-8BA8-46DD6F85D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Készítették: Kapus Kevin Kamill és </a:t>
            </a:r>
            <a:r>
              <a:rPr lang="hu-HU" dirty="0" err="1"/>
              <a:t>Fesető</a:t>
            </a:r>
            <a:r>
              <a:rPr lang="hu-HU" dirty="0"/>
              <a:t> Imre</a:t>
            </a:r>
          </a:p>
        </p:txBody>
      </p:sp>
    </p:spTree>
    <p:extLst>
      <p:ext uri="{BB962C8B-B14F-4D97-AF65-F5344CB8AC3E}">
        <p14:creationId xmlns:p14="http://schemas.microsoft.com/office/powerpoint/2010/main" val="1648107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EB8E29-EC22-4539-B943-10188144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probléma és a megoldás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CA61C31-874B-489C-9415-C342ABB39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- Probléma: A feladatok kezelése gyakran átláthatatlan.</a:t>
            </a:r>
          </a:p>
          <a:p>
            <a:r>
              <a:rPr lang="hu-HU" dirty="0"/>
              <a:t>- Probléma: Több különálló alkalmazásra van szükség.</a:t>
            </a:r>
          </a:p>
          <a:p>
            <a:r>
              <a:rPr lang="hu-HU" dirty="0"/>
              <a:t>- Megoldás: </a:t>
            </a:r>
            <a:r>
              <a:rPr lang="hu-HU" dirty="0" err="1"/>
              <a:t>Calentasker</a:t>
            </a:r>
            <a:r>
              <a:rPr lang="hu-HU" dirty="0"/>
              <a:t> - központi platform a teendőkhöz.</a:t>
            </a:r>
          </a:p>
          <a:p>
            <a:r>
              <a:rPr lang="hu-HU" dirty="0"/>
              <a:t>- Személyes és csoportos feladatok egy helyen.</a:t>
            </a:r>
          </a:p>
          <a:p>
            <a:r>
              <a:rPr lang="hu-HU" dirty="0"/>
              <a:t>- Zökkenőmentes csoportos együttműködés.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32453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3F3016-49C3-489F-B7CA-46B3692B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fő 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C390965-39A3-4FC7-BE4E-DCCC99E60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- Felhasználókezelés (regisztráció, bejelentkezés)</a:t>
            </a:r>
          </a:p>
          <a:p>
            <a:r>
              <a:rPr lang="hu-HU" dirty="0"/>
              <a:t>- E-mail megerősítés rendszere</a:t>
            </a:r>
          </a:p>
          <a:p>
            <a:r>
              <a:rPr lang="hu-HU" dirty="0"/>
              <a:t>- Profilkezelés</a:t>
            </a:r>
          </a:p>
          <a:p>
            <a:r>
              <a:rPr lang="hu-HU" dirty="0"/>
              <a:t>- Személyes feladatok létrehozása</a:t>
            </a:r>
          </a:p>
          <a:p>
            <a:r>
              <a:rPr lang="hu-HU" dirty="0"/>
              <a:t>- Feladatok folyamatának (státuszának) követése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8586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0133B5-8475-4C61-A7B2-17DEEC0DF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fő funkciói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84179F-0CC6-4017-9EF7-8FC1A8E76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- Csoportok létrehozása és kezelése</a:t>
            </a:r>
          </a:p>
          <a:p>
            <a:r>
              <a:rPr lang="hu-HU" dirty="0"/>
              <a:t>- Tagok és jogosultságok adminisztrálása</a:t>
            </a:r>
          </a:p>
          <a:p>
            <a:r>
              <a:rPr lang="hu-HU" dirty="0"/>
              <a:t>- Csoportos feladatok kiosztása</a:t>
            </a:r>
          </a:p>
          <a:p>
            <a:r>
              <a:rPr lang="hu-HU" dirty="0"/>
              <a:t>- Fájlok és mellékletek csatolása a feladatokhoz</a:t>
            </a:r>
          </a:p>
          <a:p>
            <a:r>
              <a:rPr lang="hu-HU" dirty="0"/>
              <a:t>- Keresés és szűrés a teendők között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87603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C073FD-B2E2-4587-92BB-0D1A764C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7A8DBA-90DE-42EC-8E01-681384C03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- Python &amp; </a:t>
            </a:r>
            <a:r>
              <a:rPr lang="hu-HU" dirty="0" err="1"/>
              <a:t>Django</a:t>
            </a:r>
            <a:r>
              <a:rPr lang="hu-HU" dirty="0"/>
              <a:t> 5.2</a:t>
            </a:r>
          </a:p>
          <a:p>
            <a:r>
              <a:rPr lang="hu-HU" dirty="0"/>
              <a:t>- </a:t>
            </a:r>
            <a:r>
              <a:rPr lang="hu-HU" dirty="0" err="1"/>
              <a:t>Django</a:t>
            </a:r>
            <a:r>
              <a:rPr lang="hu-HU" dirty="0"/>
              <a:t> REST Framework (DRF)</a:t>
            </a:r>
          </a:p>
          <a:p>
            <a:r>
              <a:rPr lang="hu-HU" dirty="0"/>
              <a:t>- </a:t>
            </a:r>
            <a:r>
              <a:rPr lang="hu-HU" dirty="0" err="1"/>
              <a:t>Token</a:t>
            </a:r>
            <a:r>
              <a:rPr lang="hu-HU" dirty="0"/>
              <a:t>-alapú hitelesítés és CORS</a:t>
            </a:r>
          </a:p>
          <a:p>
            <a:r>
              <a:rPr lang="hu-HU" dirty="0"/>
              <a:t>- SMTP szolgáltatás e-mail megerősítéshez</a:t>
            </a:r>
          </a:p>
          <a:p>
            <a:r>
              <a:rPr lang="hu-HU" dirty="0"/>
              <a:t>- SQLite3 adatbáziskezelő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8682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10FBEC-694C-4BA3-BFA7-777FC7218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Modellek és 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EA0BF76-D9A1-4A9E-A533-F6B577586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- </a:t>
            </a:r>
            <a:r>
              <a:rPr lang="hu-HU" dirty="0" err="1"/>
              <a:t>Users</a:t>
            </a:r>
            <a:r>
              <a:rPr lang="hu-HU" dirty="0"/>
              <a:t> (Felhasználók)</a:t>
            </a:r>
          </a:p>
          <a:p>
            <a:r>
              <a:rPr lang="hu-HU" dirty="0"/>
              <a:t>- </a:t>
            </a:r>
            <a:r>
              <a:rPr lang="hu-HU" dirty="0" err="1"/>
              <a:t>Groups</a:t>
            </a:r>
            <a:r>
              <a:rPr lang="hu-HU" dirty="0"/>
              <a:t> (Csoportok)</a:t>
            </a:r>
          </a:p>
          <a:p>
            <a:r>
              <a:rPr lang="hu-HU" dirty="0"/>
              <a:t>- </a:t>
            </a:r>
            <a:r>
              <a:rPr lang="hu-HU" dirty="0" err="1"/>
              <a:t>Tasks</a:t>
            </a:r>
            <a:r>
              <a:rPr lang="hu-HU" dirty="0"/>
              <a:t> (Feladatok)</a:t>
            </a:r>
          </a:p>
          <a:p>
            <a:r>
              <a:rPr lang="hu-HU" dirty="0"/>
              <a:t>- </a:t>
            </a:r>
            <a:r>
              <a:rPr lang="hu-HU" dirty="0" err="1"/>
              <a:t>Attachments</a:t>
            </a:r>
            <a:r>
              <a:rPr lang="hu-HU" dirty="0"/>
              <a:t> (Mellékletek)</a:t>
            </a:r>
          </a:p>
          <a:p>
            <a:r>
              <a:rPr lang="hu-HU" dirty="0"/>
              <a:t>- </a:t>
            </a:r>
            <a:r>
              <a:rPr lang="hu-HU" dirty="0" err="1"/>
              <a:t>Django</a:t>
            </a:r>
            <a:r>
              <a:rPr lang="hu-HU" dirty="0"/>
              <a:t> ORM (Objektum-relációs leképzés)</a:t>
            </a:r>
          </a:p>
          <a:p>
            <a:r>
              <a:rPr lang="hu-HU" dirty="0"/>
              <a:t>- Idegen kulcsok és </a:t>
            </a:r>
            <a:r>
              <a:rPr lang="hu-HU" dirty="0" err="1"/>
              <a:t>Many-To-Many</a:t>
            </a:r>
            <a:r>
              <a:rPr lang="hu-HU" dirty="0"/>
              <a:t> kapcsolatok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8964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34B9BD-6953-4C82-9E8F-7D47C7EB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API és Végpontok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1EE6AC-51BE-4757-95BC-F01B2A1CA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- </a:t>
            </a:r>
            <a:r>
              <a:rPr lang="hu-HU" dirty="0" err="1"/>
              <a:t>RESTful</a:t>
            </a:r>
            <a:r>
              <a:rPr lang="hu-HU" dirty="0"/>
              <a:t> HTTP metódusok (GET, POST, PUT, DELETE)</a:t>
            </a:r>
          </a:p>
          <a:p>
            <a:r>
              <a:rPr lang="hu-HU" dirty="0"/>
              <a:t>- DRF </a:t>
            </a:r>
            <a:r>
              <a:rPr lang="hu-HU" dirty="0" err="1"/>
              <a:t>Serializerek</a:t>
            </a:r>
            <a:r>
              <a:rPr lang="hu-HU" dirty="0"/>
              <a:t> használata a JSON formátumhoz</a:t>
            </a:r>
          </a:p>
          <a:p>
            <a:r>
              <a:rPr lang="hu-HU" dirty="0"/>
              <a:t>- Biztonságos adatcsere a frontend és backend között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5724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7F0EF9-CE68-4F36-A820-FB4C6404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Reszponzivitás</a:t>
            </a:r>
            <a:r>
              <a:rPr lang="hu-HU" dirty="0"/>
              <a:t> és 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FE6F1E-18BE-41B8-91B1-2C9A0115F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- Vue.js 3 (</a:t>
            </a:r>
            <a:r>
              <a:rPr lang="hu-HU" dirty="0" err="1"/>
              <a:t>Vite</a:t>
            </a:r>
            <a:r>
              <a:rPr lang="hu-HU" dirty="0"/>
              <a:t> alapokon)</a:t>
            </a:r>
          </a:p>
          <a:p>
            <a:r>
              <a:rPr lang="hu-HU" dirty="0"/>
              <a:t>- </a:t>
            </a:r>
            <a:r>
              <a:rPr lang="hu-HU" dirty="0" err="1"/>
              <a:t>Bootstrap</a:t>
            </a:r>
            <a:r>
              <a:rPr lang="hu-HU" dirty="0"/>
              <a:t> 5 keretrendszer</a:t>
            </a:r>
          </a:p>
          <a:p>
            <a:r>
              <a:rPr lang="hu-HU" dirty="0"/>
              <a:t>- "Minden eszközre optimalizálva" (Mobil, Tablet, PC)</a:t>
            </a:r>
          </a:p>
          <a:p>
            <a:r>
              <a:rPr lang="hu-HU" dirty="0"/>
              <a:t>- </a:t>
            </a:r>
            <a:r>
              <a:rPr lang="hu-HU" dirty="0" err="1"/>
              <a:t>Vue</a:t>
            </a:r>
            <a:r>
              <a:rPr lang="hu-HU" dirty="0"/>
              <a:t> Router a navigációhoz</a:t>
            </a:r>
          </a:p>
          <a:p>
            <a:r>
              <a:rPr lang="hu-HU" dirty="0"/>
              <a:t>- </a:t>
            </a:r>
            <a:r>
              <a:rPr lang="hu-HU" dirty="0" err="1"/>
              <a:t>Axios</a:t>
            </a:r>
            <a:r>
              <a:rPr lang="hu-HU" dirty="0"/>
              <a:t> az API hívásokhoz, Vue-i18n a lokalizációhoz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8292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8AA746-E042-44CD-88F5-1A8F8358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Fejlesztői és E2E (End-to-End) tesztelés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827E5B-486A-473C-A109-DA3AF136C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- Backend tesztelés: </a:t>
            </a:r>
            <a:r>
              <a:rPr lang="hu-HU" dirty="0" err="1"/>
              <a:t>Django</a:t>
            </a:r>
            <a:r>
              <a:rPr lang="hu-HU" dirty="0"/>
              <a:t> beépített tesztjei (JSON Test </a:t>
            </a:r>
            <a:r>
              <a:rPr lang="hu-HU" dirty="0" err="1"/>
              <a:t>Runner</a:t>
            </a:r>
            <a:r>
              <a:rPr lang="hu-HU" dirty="0"/>
              <a:t>)</a:t>
            </a:r>
          </a:p>
          <a:p>
            <a:r>
              <a:rPr lang="hu-HU" dirty="0"/>
              <a:t>- API végpontok automatikus ellenőrzése</a:t>
            </a:r>
          </a:p>
          <a:p>
            <a:r>
              <a:rPr lang="hu-HU" dirty="0"/>
              <a:t>- E2E és UI tesztelés: Robot Framework</a:t>
            </a:r>
          </a:p>
          <a:p>
            <a:r>
              <a:rPr lang="hu-HU" dirty="0"/>
              <a:t>- Böngészőautomatizálás </a:t>
            </a:r>
            <a:r>
              <a:rPr lang="hu-HU" dirty="0" err="1"/>
              <a:t>Selenium</a:t>
            </a:r>
            <a:r>
              <a:rPr lang="hu-HU" dirty="0"/>
              <a:t> segítségével</a:t>
            </a:r>
          </a:p>
          <a:p>
            <a:r>
              <a:rPr lang="hu-HU" dirty="0"/>
              <a:t>- Funkciók teljeskörű, felhasználói szintű tesztelése</a:t>
            </a:r>
          </a:p>
        </p:txBody>
      </p:sp>
    </p:spTree>
    <p:extLst>
      <p:ext uri="{BB962C8B-B14F-4D97-AF65-F5344CB8AC3E}">
        <p14:creationId xmlns:p14="http://schemas.microsoft.com/office/powerpoint/2010/main" val="141322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D75E15-8CF3-4A5A-A118-1E3EB7A8E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Applikáció bemutatása (</a:t>
            </a:r>
            <a:r>
              <a:rPr lang="hu-HU" dirty="0" err="1"/>
              <a:t>Live</a:t>
            </a:r>
            <a:r>
              <a:rPr lang="hu-HU" dirty="0"/>
              <a:t> </a:t>
            </a:r>
            <a:r>
              <a:rPr lang="hu-HU" dirty="0" err="1"/>
              <a:t>Demo</a:t>
            </a:r>
            <a:r>
              <a:rPr lang="hu-HU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00016BB-6A77-48BD-A7E7-30D32E1ED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4956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19E04793-EF77-430D-8DFA-20AFF79B30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176B098F-1CD0-4A5A-A79D-888EA7FCC4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4971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Szélesvásznú</PresentationFormat>
  <Paragraphs>52</Paragraphs>
  <Slides>11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Office-téma</vt:lpstr>
      <vt:lpstr>Projekt neve: Calentasker</vt:lpstr>
      <vt:lpstr>A probléma és a megoldás</vt:lpstr>
      <vt:lpstr>A program fő funkciói</vt:lpstr>
      <vt:lpstr>A program fő funkciói</vt:lpstr>
      <vt:lpstr>Backend Technológiák</vt:lpstr>
      <vt:lpstr>Modellek és Adatbázis</vt:lpstr>
      <vt:lpstr>API és Végpontok</vt:lpstr>
      <vt:lpstr>Reszponzivitás és Frontend</vt:lpstr>
      <vt:lpstr>Fejlesztői és E2E (End-to-End) tesztelés</vt:lpstr>
      <vt:lpstr>Applikáció bemutatása (Live Demo)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Kapus Kevin</dc:creator>
  <cp:lastModifiedBy>Kapus Kevin</cp:lastModifiedBy>
  <cp:revision>2</cp:revision>
  <dcterms:created xsi:type="dcterms:W3CDTF">2026-03-04T10:02:10Z</dcterms:created>
  <dcterms:modified xsi:type="dcterms:W3CDTF">2026-03-04T11:22:48Z</dcterms:modified>
</cp:coreProperties>
</file>