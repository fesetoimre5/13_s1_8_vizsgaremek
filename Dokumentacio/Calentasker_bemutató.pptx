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357866-75F5-1E85-805E-5432E3B6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F5900A-ECDE-E330-B25D-2D266A9BF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95758C-14EA-5D6F-CDFA-EE97C59C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0AFC13-BC10-BEC6-C6F0-0B3ECCEF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5A3CA-8D1B-202C-A302-7DD837C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76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BB48E-08B9-13C8-5A14-79C3B2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D65A8E-B382-FDA1-2B5D-0C753657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10889E-255D-B696-204B-88ABFCD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D8F06FE-E1B6-AC3D-39BA-6381FD8B0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2AF76B-7A17-E5E7-406A-A09615CA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79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7A083E-887A-9000-7CF2-063A21B1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244AC7-1EF3-D2F0-A72A-3BFF2CBEE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EB6109-EAAB-3A6B-DEAD-E7A23EBE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40C9346-0235-C329-A164-BF13BC2D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900A09E-A592-A900-8E1D-8B430AFA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E48812-626B-6915-691D-31BBA96D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A5B7DA-B165-BF34-4984-942FD440F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312A651-99A0-50F2-E7BB-0CDF6F457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4A7420C-8C59-01EF-4401-59DC80C7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9108B1-AC88-8586-39B9-79838149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735F86C-03E6-FBCC-22BF-F2090AF9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5E5DB-7568-A97C-D7D9-492F5719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017F5B-D714-115B-F39B-86601892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9BB637-EBF2-5ECE-9E4E-10010EA4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83CC896-3359-9A36-CBE4-AB1A8579C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C1CF64A-FF24-95AA-EE32-A0871E24E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A2511C3-A05F-1E62-30BE-DCF1A39F5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4022FC5-20DF-1086-851A-2CE481B8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04D48E7-9108-E5C8-8D80-6AB89CF7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61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5D5B8-B716-6A8F-4819-671CE91A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E02700-3525-69E4-A4C9-A45ADED6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4BFF6B8-06BD-E3CD-1F8A-13DA7CD2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A7B4BA1-B5EE-72E2-3D6A-F69B9539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67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EA14E2F-22D5-CBBF-C8A8-B60D771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68D8EA-71AC-C6E1-656A-87E8811F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F87ED71-9A7D-6415-6804-C747517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335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0ACA0A-5764-06FB-B135-6DF8D259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6EF96B-69D3-C694-5C28-5901FEA1A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039BF09-A7EE-245A-A4C3-B37090FD7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957270-62F4-2179-1A4C-FE1257BE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993AEDF-E2F6-4D83-4623-6EA325FA7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F979607-15DD-74B7-213A-2D293B075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56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2A5E09-6E7E-099D-2B2C-AE7B36BB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F02CCA7-FA03-B172-156F-49A01C2AC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6179A05-B4D1-EC97-C750-FABA191D3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936066-DAE5-0EF8-89DB-D3DE0C50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CBF669-E94E-DCF8-6A23-B525BF39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E3A4B35-45FD-B833-35C6-0FAB894F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28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33A06-9807-D854-451E-62EFAA14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4BCCEC-40AC-6C99-8ED7-3F93AD4A2E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E8C9CE-05C5-6771-36CA-9DF5D21E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042708-06ED-049E-349B-FA2ACFB6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6287A2-9B5C-8815-1B1F-01E75D5C4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85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915423C-A8AA-F072-50D5-5E3AAF53E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20373E-B9C9-6685-4EEC-203AE6BD6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AF8148-05B1-BF60-CECA-1EBB8C87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410BEBD-4C17-FC88-B1D6-5A1D9DED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3147C4-9331-F2EC-0211-7AAC73DF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5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447875F-BAF6-963A-48E9-FA79B33F6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256A38-C1F0-590B-6ACA-EA75C3AEE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4DE90-B5F2-1D80-1D58-BFAB47450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89980-8C40-4A7C-B87C-A79389D5BD9E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8A9ACD9-6FEA-031D-E8AC-947BB14DE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B999D1-FBA4-AFBC-EB99-64BD5B637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7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0738" y="3800209"/>
            <a:ext cx="4467792" cy="24101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Készítették: Fesető Imre, Kapus Kamill Kevin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093151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CC8BAC-E692-4575-74A4-050F1D3D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probléma és a megoldás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492F3E-4C9A-B470-2734-12545BC71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020" y="591343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dirty="0"/>
              <a:t>Probléma: A feladatok kezelése gyakran átláthatatlan.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Probléma: Több különálló alkalmazásra van szükség.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Megoldás: </a:t>
            </a:r>
            <a:r>
              <a:rPr lang="hu-HU" dirty="0" err="1"/>
              <a:t>Calentasker</a:t>
            </a:r>
            <a:r>
              <a:rPr lang="hu-HU" dirty="0"/>
              <a:t> - központi platform a teendőkhöz.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Személyes és csoportos feladatok egy helyen.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Zökkenőmentes csoportos együttműködés.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463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FF5690-D036-0931-7FF5-EB2FD6D1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EC822B-CD46-3AC1-1250-432F0FBE1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 err="1"/>
              <a:t>Felhasználókezelés</a:t>
            </a:r>
            <a:r>
              <a:rPr lang="en-US" dirty="0"/>
              <a:t> (</a:t>
            </a:r>
            <a:r>
              <a:rPr lang="en-US" dirty="0" err="1"/>
              <a:t>regisztráció</a:t>
            </a:r>
            <a:r>
              <a:rPr lang="en-US" dirty="0"/>
              <a:t>, </a:t>
            </a:r>
            <a:r>
              <a:rPr lang="en-US" dirty="0" err="1"/>
              <a:t>bejelentkezés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E-mail </a:t>
            </a:r>
            <a:r>
              <a:rPr lang="en-US" dirty="0" err="1"/>
              <a:t>megerősítés</a:t>
            </a:r>
            <a:r>
              <a:rPr lang="en-US" dirty="0"/>
              <a:t> </a:t>
            </a:r>
            <a:r>
              <a:rPr lang="en-US" dirty="0" err="1"/>
              <a:t>rendszere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Profilkezelés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folyamatának</a:t>
            </a:r>
            <a:r>
              <a:rPr lang="en-US" dirty="0"/>
              <a:t> (</a:t>
            </a:r>
            <a:r>
              <a:rPr lang="en-US" dirty="0" err="1"/>
              <a:t>státuszának</a:t>
            </a:r>
            <a:r>
              <a:rPr lang="en-US" dirty="0"/>
              <a:t>) </a:t>
            </a:r>
            <a:r>
              <a:rPr lang="en-US" dirty="0" err="1"/>
              <a:t>követése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686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02488A2-D637-D4C7-CA36-EF75D66D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 program fő funkciói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7EE2D2-F64A-CEF6-8DF3-AF3F997CA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dirty="0"/>
              <a:t>Csoportok létrehozása és kezelése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Tagok és jogosultságok adminisztrálása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Csoportos feladatok kiosztása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Fájlok és mellékletek csatolása a feladatokhoz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Keresés és szűrés a teendők 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9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F851A9-4EEC-5B0B-9A7F-C031BDAB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Backend technológiák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7F7258-08C5-6507-8BA9-00F4E2ADA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Python &amp; Django 5.2</a:t>
            </a:r>
          </a:p>
          <a:p>
            <a:pPr>
              <a:buFontTx/>
              <a:buChar char="-"/>
            </a:pPr>
            <a:r>
              <a:rPr lang="en-US" dirty="0"/>
              <a:t>Django REST Framework (DRF)</a:t>
            </a:r>
          </a:p>
          <a:p>
            <a:pPr>
              <a:buFontTx/>
              <a:buChar char="-"/>
            </a:pPr>
            <a:r>
              <a:rPr lang="en-US" dirty="0"/>
              <a:t>Token-</a:t>
            </a:r>
            <a:r>
              <a:rPr lang="en-US" dirty="0" err="1"/>
              <a:t>alapú</a:t>
            </a:r>
            <a:r>
              <a:rPr lang="en-US" dirty="0"/>
              <a:t> </a:t>
            </a:r>
            <a:r>
              <a:rPr lang="en-US" dirty="0" err="1"/>
              <a:t>hitelesítés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CORS</a:t>
            </a:r>
          </a:p>
          <a:p>
            <a:pPr>
              <a:buFontTx/>
              <a:buChar char="-"/>
            </a:pPr>
            <a:r>
              <a:rPr lang="en-US" dirty="0"/>
              <a:t>SMTP </a:t>
            </a:r>
            <a:r>
              <a:rPr lang="en-US" dirty="0" err="1"/>
              <a:t>szolgáltatás</a:t>
            </a:r>
            <a:r>
              <a:rPr lang="en-US" dirty="0"/>
              <a:t> e-mail </a:t>
            </a:r>
            <a:r>
              <a:rPr lang="en-US" dirty="0" err="1"/>
              <a:t>megerősítéshez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SQLite3 </a:t>
            </a:r>
            <a:r>
              <a:rPr lang="en-US" dirty="0" err="1"/>
              <a:t>adatbáziskezelő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156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444F69-CA14-23F0-8C86-75AE292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Modellek és Adatbázis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A211F6-D959-7B64-B84F-C736A25B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Users (</a:t>
            </a:r>
            <a:r>
              <a:rPr lang="en-US" dirty="0" err="1"/>
              <a:t>Felhasználók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Groups (</a:t>
            </a:r>
            <a:r>
              <a:rPr lang="en-US" dirty="0" err="1"/>
              <a:t>Csoportok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Tasks (</a:t>
            </a:r>
            <a:r>
              <a:rPr lang="en-US" dirty="0" err="1"/>
              <a:t>Feladatok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Attachments (</a:t>
            </a:r>
            <a:r>
              <a:rPr lang="en-US" dirty="0" err="1"/>
              <a:t>Mellékletek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Django ORM (</a:t>
            </a:r>
            <a:r>
              <a:rPr lang="en-US" dirty="0" err="1"/>
              <a:t>Objektum-relációs</a:t>
            </a:r>
            <a:r>
              <a:rPr lang="en-US" dirty="0"/>
              <a:t> </a:t>
            </a:r>
            <a:r>
              <a:rPr lang="en-US" dirty="0" err="1"/>
              <a:t>leképzés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kulcsok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Many-To-Many </a:t>
            </a:r>
            <a:r>
              <a:rPr lang="en-US" dirty="0" err="1"/>
              <a:t>kapcsolatok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077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API és végpontok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RESTful HTTP </a:t>
            </a:r>
            <a:r>
              <a:rPr lang="en-US" dirty="0" err="1"/>
              <a:t>metódusok</a:t>
            </a:r>
            <a:r>
              <a:rPr lang="en-US" dirty="0"/>
              <a:t> (GET, POST, PUT, DELETE)</a:t>
            </a:r>
          </a:p>
          <a:p>
            <a:pPr>
              <a:buFontTx/>
              <a:buChar char="-"/>
            </a:pPr>
            <a:r>
              <a:rPr lang="en-US" dirty="0"/>
              <a:t>DRF </a:t>
            </a:r>
            <a:r>
              <a:rPr lang="en-US" dirty="0" err="1"/>
              <a:t>Serializerek</a:t>
            </a:r>
            <a:r>
              <a:rPr lang="en-US" dirty="0"/>
              <a:t> </a:t>
            </a:r>
            <a:r>
              <a:rPr lang="en-US" dirty="0" err="1"/>
              <a:t>használata</a:t>
            </a:r>
            <a:r>
              <a:rPr lang="en-US" dirty="0"/>
              <a:t> a JSON </a:t>
            </a:r>
            <a:r>
              <a:rPr lang="en-US" dirty="0" err="1"/>
              <a:t>formátumhoz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en-US" dirty="0"/>
              <a:t> a frontend </a:t>
            </a:r>
            <a:r>
              <a:rPr lang="en-US" dirty="0" err="1"/>
              <a:t>és</a:t>
            </a:r>
            <a:r>
              <a:rPr lang="en-US" dirty="0"/>
              <a:t> backend </a:t>
            </a:r>
            <a:r>
              <a:rPr lang="en-US" dirty="0" err="1"/>
              <a:t>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706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233933-14A4-E72C-2A28-5DF242AF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Reszponzivitás és Frontend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2C9592F-7145-3405-4343-6FC3EC6CF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dirty="0"/>
              <a:t>Vue.js 3 (Vite </a:t>
            </a:r>
            <a:r>
              <a:rPr lang="en-US" dirty="0" err="1"/>
              <a:t>alapokon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Bootstrap 5 </a:t>
            </a:r>
            <a:r>
              <a:rPr lang="en-US" dirty="0" err="1"/>
              <a:t>keretrendszer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"Minden </a:t>
            </a:r>
            <a:r>
              <a:rPr lang="en-US" dirty="0" err="1"/>
              <a:t>eszközre</a:t>
            </a:r>
            <a:r>
              <a:rPr lang="en-US" dirty="0"/>
              <a:t> </a:t>
            </a:r>
            <a:r>
              <a:rPr lang="en-US" dirty="0" err="1"/>
              <a:t>optimalizálva</a:t>
            </a:r>
            <a:r>
              <a:rPr lang="en-US" dirty="0"/>
              <a:t>" (Mobil, Tablet, PC)</a:t>
            </a:r>
          </a:p>
          <a:p>
            <a:pPr>
              <a:buFontTx/>
              <a:buChar char="-"/>
            </a:pPr>
            <a:r>
              <a:rPr lang="en-US" dirty="0"/>
              <a:t>Vue Router a </a:t>
            </a:r>
            <a:r>
              <a:rPr lang="en-US" dirty="0" err="1"/>
              <a:t>navigációhoz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Axios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hívásokhoz</a:t>
            </a:r>
            <a:r>
              <a:rPr lang="en-US" dirty="0"/>
              <a:t>, Vue-i18n a </a:t>
            </a:r>
            <a:r>
              <a:rPr lang="en-US" dirty="0" err="1"/>
              <a:t>lokalizációhoz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04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5E63C58-6061-A32F-9C22-ADF0EED1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a-DK">
                <a:solidFill>
                  <a:srgbClr val="FFFFFF"/>
                </a:solidFill>
              </a:rPr>
              <a:t>Fejlesztői és E2E (End-to-End) tesztelés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71CFF0-4999-9BF7-2FBE-1B59059A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dirty="0"/>
              <a:t>Backend tesztelés: </a:t>
            </a:r>
            <a:r>
              <a:rPr lang="hu-HU" dirty="0" err="1"/>
              <a:t>Django</a:t>
            </a:r>
            <a:r>
              <a:rPr lang="hu-HU" dirty="0"/>
              <a:t> beépített tesztjei (JSON Test </a:t>
            </a:r>
            <a:r>
              <a:rPr lang="hu-HU" dirty="0" err="1"/>
              <a:t>Runner</a:t>
            </a:r>
            <a:r>
              <a:rPr lang="hu-HU" dirty="0"/>
              <a:t>)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API végpontok automatikus ellenőrzése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E2E és UI tesztelés: Robot Framework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Böngészőautomatizálás </a:t>
            </a:r>
            <a:r>
              <a:rPr lang="hu-HU" dirty="0" err="1"/>
              <a:t>Selenium</a:t>
            </a:r>
            <a:r>
              <a:rPr lang="hu-HU" dirty="0"/>
              <a:t> segítségével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Funkciók teljeskörű, felhasználói szintű tesztelése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263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D8253E-7B45-45A8-1868-692EA1B3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Helyszíni bemutató / Videó alapú bemutató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EE8C8C-41FB-145E-9F8E-9C058C57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eldöntés</a:t>
            </a:r>
            <a:r>
              <a:rPr lang="en-US" dirty="0"/>
              <a:t> </a:t>
            </a:r>
            <a:r>
              <a:rPr lang="en-US" dirty="0" err="1"/>
              <a:t>alatt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50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264</Words>
  <Application>Microsoft Office PowerPoint</Application>
  <PresentationFormat>Szélesvásznú</PresentationFormat>
  <Paragraphs>50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Office-téma</vt:lpstr>
      <vt:lpstr>PowerPoint-bemutató</vt:lpstr>
      <vt:lpstr>A probléma és a megoldás</vt:lpstr>
      <vt:lpstr>A program fő funkciói</vt:lpstr>
      <vt:lpstr>A program fő funkciói</vt:lpstr>
      <vt:lpstr>Backend technológiák</vt:lpstr>
      <vt:lpstr>Modellek és Adatbázis</vt:lpstr>
      <vt:lpstr>API és végpontok</vt:lpstr>
      <vt:lpstr>Reszponzivitás és Frontend</vt:lpstr>
      <vt:lpstr>Fejlesztői és E2E (End-to-End) tesztelés</vt:lpstr>
      <vt:lpstr>Helyszíni bemutató / Videó alapú 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Imre Fesető</dc:creator>
  <cp:lastModifiedBy>Imre Fesető</cp:lastModifiedBy>
  <cp:revision>1</cp:revision>
  <dcterms:created xsi:type="dcterms:W3CDTF">2026-03-05T18:16:11Z</dcterms:created>
  <dcterms:modified xsi:type="dcterms:W3CDTF">2026-03-05T18:30:33Z</dcterms:modified>
</cp:coreProperties>
</file>